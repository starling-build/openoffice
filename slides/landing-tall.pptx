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  <p:sldId id="260" r:id="rIdS5"/>
    <p:sldId id="261" r:id="rIdS6"/>
  </p:sldIdLst>
  <p:sldSz cx="5715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714375" y="1496907"/>
            <a:ext cx="428625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714375" y="4802293"/>
            <a:ext cx="428625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9930" y="2279227"/>
            <a:ext cx="4929188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930" y="6119707"/>
            <a:ext cx="4929188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2893219" y="2434167"/>
            <a:ext cx="2428875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502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393502" y="2241973"/>
            <a:ext cx="2417564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393502" y="3340947"/>
            <a:ext cx="2417564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2893219" y="2241973"/>
            <a:ext cx="2429470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2893219" y="3340947"/>
            <a:ext cx="2429470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3"/>
            <a:ext cx="4929188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06" y="2434167"/>
            <a:ext cx="4929188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92906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3094" y="8475133"/>
            <a:ext cx="1928813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36219" y="8475133"/>
            <a:ext cx="1285875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Relationship Id="rIdImg1" Type="http://schemas.openxmlformats.org/officeDocument/2006/relationships/image" Target="../media/slides_image1.png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STARLING OFFICE  /  OPEN SOURCE</a:t>
            </a:r>
            <a:endParaRPr lang="en-US" sz="1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06400" y="1422400"/>
            <a:ext cx="5080000" cy="772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Big ideas.</a:t>
            </a:r>
            <a:endParaRPr lang="en-US" sz="7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Start here.</a:t>
            </a:r>
            <a:endParaRPr lang="en-US" sz="7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406400" y="4038600"/>
            <a:ext cx="4826000" cy="510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Writer. Slides. Sheets.</a:t>
            </a:r>
            <a:endParaRPr lang="en-US" sz="23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An open source office suite.</a:t>
            </a:r>
            <a:endParaRPr lang="en-US" sz="23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4064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9"/>
          <p:cNvSpPr/>
          <p:nvPr/>
        </p:nvSpPr>
        <p:spPr>
          <a:xfrm>
            <a:off x="584200" y="6273800"/>
            <a:ext cx="533400" cy="5334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6985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5842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Writer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5842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13"/>
          <p:cNvSpPr/>
          <p:nvPr/>
        </p:nvSpPr>
        <p:spPr>
          <a:xfrm>
            <a:off x="20828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14"/>
          <p:cNvSpPr/>
          <p:nvPr/>
        </p:nvSpPr>
        <p:spPr>
          <a:xfrm>
            <a:off x="2260600" y="6273800"/>
            <a:ext cx="533400" cy="533400"/>
          </a:xfrm>
          <a:prstGeom prst="roundRect">
            <a:avLst/>
          </a:prstGeom>
          <a:solidFill>
            <a:srgbClr val="E45B3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5"/>
          <p:cNvSpPr txBox="1"/>
          <p:nvPr/>
        </p:nvSpPr>
        <p:spPr>
          <a:xfrm>
            <a:off x="23749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22606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Slides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22606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Presentations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5" name="Rounded Rectangle 18"/>
          <p:cNvSpPr/>
          <p:nvPr/>
        </p:nvSpPr>
        <p:spPr>
          <a:xfrm>
            <a:off x="3759200" y="6096000"/>
            <a:ext cx="1549400" cy="1981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6" name="Rounded Rectangle 19"/>
          <p:cNvSpPr/>
          <p:nvPr/>
        </p:nvSpPr>
        <p:spPr>
          <a:xfrm>
            <a:off x="3937000" y="6273800"/>
            <a:ext cx="533400" cy="533400"/>
          </a:xfrm>
          <a:prstGeom prst="round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20"/>
          <p:cNvSpPr txBox="1"/>
          <p:nvPr/>
        </p:nvSpPr>
        <p:spPr>
          <a:xfrm>
            <a:off x="4051300" y="6299200"/>
            <a:ext cx="711200" cy="284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lang="en-US" sz="29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8" name="TextBox 21"/>
          <p:cNvSpPr txBox="1"/>
          <p:nvPr/>
        </p:nvSpPr>
        <p:spPr>
          <a:xfrm>
            <a:off x="3937000" y="7023100"/>
            <a:ext cx="1270000" cy="212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Sheets</a:t>
            </a:r>
            <a:endParaRPr lang="en-US" sz="24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3937000" y="7556500"/>
            <a:ext cx="1270000" cy="158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Spreadsheets</a:t>
            </a:r>
            <a:endParaRPr lang="en-US" sz="13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406400" y="8458200"/>
            <a:ext cx="4902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THREE APPS. ONE OPEN SOURCE SUITE.</a:t>
            </a:r>
            <a:endParaRPr lang="en-US" sz="1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01  /  MEET WRITER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26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 something</a:t>
            </a:r>
            <a:endParaRPr lang="en-US" sz="4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great.</a:t>
            </a:r>
            <a:endParaRPr lang="en-US" sz="4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 familiar ribbon. A clean page.</a:t>
            </a:r>
            <a:endParaRPr lang="en-US" sz="2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Room for your next big idea.</a:t>
            </a:r>
            <a:endParaRPr lang="en-US" sz="2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pic>
        <p:nvPicPr>
          <p:cNvPr id="5" name="Picture 2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06400" y="3479800"/>
            <a:ext cx="4902200" cy="3268129"/>
          </a:xfrm>
          <a:prstGeom prst="rect">
            <a:avLst/>
          </a:prstGeom>
        </p:spPr>
      </p:pic>
      <p:sp>
        <p:nvSpPr>
          <p:cNvPr id="6" name="TextBox 29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DOCX  ·  RTF  ·  MARKDOWN  ·  TEXT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1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02  /  MEET SLIDES</a:t>
            </a:r>
            <a:endParaRPr lang="en-US" sz="13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3" name="TextBox 32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Make your</a:t>
            </a:r>
            <a:endParaRPr lang="en-US" sz="6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point.</a:t>
            </a:r>
            <a:endParaRPr lang="en-US" sz="6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33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Build a deck. Tell your story.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Present it with confidence.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34"/>
          <p:cNvSpPr/>
          <p:nvPr/>
        </p:nvSpPr>
        <p:spPr>
          <a:xfrm>
            <a:off x="406400" y="3606800"/>
            <a:ext cx="4902200" cy="313096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35"/>
          <p:cNvSpPr txBox="1"/>
          <p:nvPr/>
        </p:nvSpPr>
        <p:spPr>
          <a:xfrm>
            <a:off x="719497" y="3848332"/>
            <a:ext cx="4249170" cy="5295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 clear idea.</a:t>
            </a:r>
            <a:endParaRPr lang="en-US" sz="2958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7" name="TextBox 36"/>
          <p:cNvSpPr txBox="1"/>
          <p:nvPr/>
        </p:nvSpPr>
        <p:spPr>
          <a:xfrm>
            <a:off x="719497" y="4420851"/>
            <a:ext cx="4249170" cy="47231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7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MAKE EVERY SLIDE COUNT</a:t>
            </a:r>
            <a:endParaRPr lang="en-US" sz="1057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  <p:sp>
        <p:nvSpPr>
          <p:cNvPr id="8" name="Rounded Rectangle 37"/>
          <p:cNvSpPr/>
          <p:nvPr/>
        </p:nvSpPr>
        <p:spPr>
          <a:xfrm>
            <a:off x="782116" y="5610619"/>
            <a:ext cx="554628" cy="626193"/>
          </a:xfrm>
          <a:prstGeom prst="roundRect">
            <a:avLst/>
          </a:prstGeom>
          <a:solidFill>
            <a:srgbClr val="FFCBB8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Rounded Rectangle 38"/>
          <p:cNvSpPr/>
          <p:nvPr/>
        </p:nvSpPr>
        <p:spPr>
          <a:xfrm>
            <a:off x="1605113" y="5225957"/>
            <a:ext cx="554628" cy="1010855"/>
          </a:xfrm>
          <a:prstGeom prst="roundRect">
            <a:avLst/>
          </a:prstGeom>
          <a:solidFill>
            <a:srgbClr val="F2906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39"/>
          <p:cNvSpPr/>
          <p:nvPr/>
        </p:nvSpPr>
        <p:spPr>
          <a:xfrm>
            <a:off x="2428110" y="4769731"/>
            <a:ext cx="554628" cy="1467082"/>
          </a:xfrm>
          <a:prstGeom prst="roundRect">
            <a:avLst/>
          </a:prstGeom>
          <a:solidFill>
            <a:srgbClr val="C74724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40"/>
          <p:cNvSpPr txBox="1"/>
          <p:nvPr/>
        </p:nvSpPr>
        <p:spPr>
          <a:xfrm>
            <a:off x="3483693" y="5127555"/>
            <a:ext cx="1654940" cy="40164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1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Clear message</a:t>
            </a:r>
            <a:endParaRPr lang="en-US" sz="1268" b="1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2" name="TextBox 41"/>
          <p:cNvSpPr txBox="1"/>
          <p:nvPr/>
        </p:nvSpPr>
        <p:spPr>
          <a:xfrm>
            <a:off x="3483693" y="5512217"/>
            <a:ext cx="1654940" cy="36317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Strong visuals</a:t>
            </a:r>
            <a:endParaRPr lang="en-US" sz="1268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3" name="TextBox 42"/>
          <p:cNvSpPr txBox="1"/>
          <p:nvPr/>
        </p:nvSpPr>
        <p:spPr>
          <a:xfrm>
            <a:off x="3483693" y="5896879"/>
            <a:ext cx="1654940" cy="32471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8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Your next big idea</a:t>
            </a:r>
            <a:endParaRPr lang="en-US" sz="1268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4" name="TextBox 43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dirty="0">
                <a:solidFill>
                  <a:srgbClr val="C74724"/>
                </a:solidFill>
                <a:latin typeface="Calibri"/>
                <a:cs typeface="Calibri"/>
              </a:rPr>
              <a:t>PPTX  ·  THEMES  ·  CHARTS  ·  ANIMATIONS</a:t>
            </a:r>
            <a:endParaRPr lang="en-US" sz="1200" b="1" i="0" u="none" strike="noStrike" dirty="0">
              <a:solidFill>
                <a:srgbClr val="C7472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03  /  MEET SHEETS</a:t>
            </a:r>
            <a:endParaRPr lang="en-US" sz="13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3" name="TextBox 46"/>
          <p:cNvSpPr txBox="1"/>
          <p:nvPr/>
        </p:nvSpPr>
        <p:spPr>
          <a:xfrm>
            <a:off x="406400" y="1193800"/>
            <a:ext cx="5080000" cy="795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Let the numbers</a:t>
            </a:r>
            <a:endParaRPr lang="en-US" sz="4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tell the story.</a:t>
            </a:r>
            <a:endParaRPr lang="en-US" sz="48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47"/>
          <p:cNvSpPr txBox="1"/>
          <p:nvPr/>
        </p:nvSpPr>
        <p:spPr>
          <a:xfrm>
            <a:off x="406400" y="7239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Organize your data.</a:t>
            </a:r>
            <a:endParaRPr lang="en-US" sz="22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Turn formulas into answers.</a:t>
            </a:r>
            <a:endParaRPr lang="en-US" sz="22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48"/>
          <p:cNvSpPr/>
          <p:nvPr/>
        </p:nvSpPr>
        <p:spPr>
          <a:xfrm>
            <a:off x="406400" y="3632200"/>
            <a:ext cx="4902200" cy="309705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49"/>
          <p:cNvSpPr/>
          <p:nvPr/>
        </p:nvSpPr>
        <p:spPr>
          <a:xfrm>
            <a:off x="547980" y="3773780"/>
            <a:ext cx="4619040" cy="407042"/>
          </a:xfrm>
          <a:prstGeom prst="round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50"/>
          <p:cNvSpPr txBox="1"/>
          <p:nvPr/>
        </p:nvSpPr>
        <p:spPr>
          <a:xfrm>
            <a:off x="689560" y="3844570"/>
            <a:ext cx="4335881" cy="5299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fx    =SUM(C2:C4)</a:t>
            </a:r>
            <a:endParaRPr lang="en-US" sz="1533" b="0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  <p:sp>
        <p:nvSpPr>
          <p:cNvPr id="8" name="Rectangle 51"/>
          <p:cNvSpPr/>
          <p:nvPr/>
        </p:nvSpPr>
        <p:spPr>
          <a:xfrm>
            <a:off x="547980" y="4357796"/>
            <a:ext cx="4619040" cy="424739"/>
          </a:xfrm>
          <a:prstGeom prst="rect">
            <a:avLst/>
          </a:prstGeom>
          <a:solidFill>
            <a:srgbClr val="E3F3E9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52"/>
          <p:cNvSpPr txBox="1"/>
          <p:nvPr/>
        </p:nvSpPr>
        <p:spPr>
          <a:xfrm>
            <a:off x="68956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Project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0" name="TextBox 53"/>
          <p:cNvSpPr txBox="1"/>
          <p:nvPr/>
        </p:nvSpPr>
        <p:spPr>
          <a:xfrm>
            <a:off x="222924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Budget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1" name="TextBox 54"/>
          <p:cNvSpPr txBox="1"/>
          <p:nvPr/>
        </p:nvSpPr>
        <p:spPr>
          <a:xfrm>
            <a:off x="3768920" y="4428586"/>
            <a:ext cx="1468890" cy="4715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Actual</a:t>
            </a:r>
            <a:endParaRPr lang="en-US" sz="1533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2" name="Rectangle 55"/>
          <p:cNvSpPr/>
          <p:nvPr/>
        </p:nvSpPr>
        <p:spPr>
          <a:xfrm>
            <a:off x="547980" y="4791384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56"/>
          <p:cNvSpPr txBox="1"/>
          <p:nvPr/>
        </p:nvSpPr>
        <p:spPr>
          <a:xfrm>
            <a:off x="68956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Design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4" name="TextBox 57"/>
          <p:cNvSpPr txBox="1"/>
          <p:nvPr/>
        </p:nvSpPr>
        <p:spPr>
          <a:xfrm>
            <a:off x="222924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2,400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5" name="TextBox 58"/>
          <p:cNvSpPr txBox="1"/>
          <p:nvPr/>
        </p:nvSpPr>
        <p:spPr>
          <a:xfrm>
            <a:off x="3768920" y="4862174"/>
            <a:ext cx="1468890" cy="4281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2,100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6" name="Rectangle 59"/>
          <p:cNvSpPr/>
          <p:nvPr/>
        </p:nvSpPr>
        <p:spPr>
          <a:xfrm>
            <a:off x="547980" y="5224973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60"/>
          <p:cNvSpPr txBox="1"/>
          <p:nvPr/>
        </p:nvSpPr>
        <p:spPr>
          <a:xfrm>
            <a:off x="68956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Build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8" name="TextBox 61"/>
          <p:cNvSpPr txBox="1"/>
          <p:nvPr/>
        </p:nvSpPr>
        <p:spPr>
          <a:xfrm>
            <a:off x="222924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6,800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62"/>
          <p:cNvSpPr txBox="1"/>
          <p:nvPr/>
        </p:nvSpPr>
        <p:spPr>
          <a:xfrm>
            <a:off x="3768920" y="5295762"/>
            <a:ext cx="1468890" cy="3848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6,500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0" name="Rectangle 63"/>
          <p:cNvSpPr/>
          <p:nvPr/>
        </p:nvSpPr>
        <p:spPr>
          <a:xfrm>
            <a:off x="547980" y="5658561"/>
            <a:ext cx="4619040" cy="424739"/>
          </a:xfrm>
          <a:prstGeom prst="rect">
            <a:avLst/>
          </a:prstGeom>
          <a:solidFill>
            <a:srgbClr val="F6FAF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64"/>
          <p:cNvSpPr txBox="1"/>
          <p:nvPr/>
        </p:nvSpPr>
        <p:spPr>
          <a:xfrm>
            <a:off x="68956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Launch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2" name="TextBox 65"/>
          <p:cNvSpPr txBox="1"/>
          <p:nvPr/>
        </p:nvSpPr>
        <p:spPr>
          <a:xfrm>
            <a:off x="222924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1,800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3" name="TextBox 66"/>
          <p:cNvSpPr txBox="1"/>
          <p:nvPr/>
        </p:nvSpPr>
        <p:spPr>
          <a:xfrm>
            <a:off x="3768920" y="5729351"/>
            <a:ext cx="1468890" cy="34146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0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1,400</a:t>
            </a:r>
            <a:endParaRPr lang="en-US" sz="1533" b="0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24" name="Rectangle 67"/>
          <p:cNvSpPr/>
          <p:nvPr/>
        </p:nvSpPr>
        <p:spPr>
          <a:xfrm>
            <a:off x="547980" y="6092149"/>
            <a:ext cx="4619040" cy="424739"/>
          </a:xfrm>
          <a:prstGeom prst="rect">
            <a:avLst/>
          </a:prstGeom>
          <a:solidFill>
            <a:srgbClr val="13794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5" name="TextBox 68"/>
          <p:cNvSpPr txBox="1"/>
          <p:nvPr/>
        </p:nvSpPr>
        <p:spPr>
          <a:xfrm>
            <a:off x="68956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6" name="TextBox 69"/>
          <p:cNvSpPr txBox="1"/>
          <p:nvPr/>
        </p:nvSpPr>
        <p:spPr>
          <a:xfrm>
            <a:off x="222924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11,000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7" name="TextBox 70"/>
          <p:cNvSpPr txBox="1"/>
          <p:nvPr/>
        </p:nvSpPr>
        <p:spPr>
          <a:xfrm>
            <a:off x="3768920" y="6162939"/>
            <a:ext cx="1468890" cy="2981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10,000</a:t>
            </a:r>
            <a:endParaRPr lang="en-US" sz="1533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8" name="TextBox 71"/>
          <p:cNvSpPr txBox="1"/>
          <p:nvPr/>
        </p:nvSpPr>
        <p:spPr>
          <a:xfrm>
            <a:off x="406400" y="83058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13794D"/>
                </a:solidFill>
                <a:latin typeface="Calibri"/>
                <a:cs typeface="Calibri"/>
              </a:rPr>
              <a:t>XLSX  ·  CSV  ·  FORMULAS  ·  FILTERS</a:t>
            </a:r>
            <a:endParaRPr lang="en-US" sz="1300" b="1" i="0" u="none" strike="noStrike" dirty="0">
              <a:solidFill>
                <a:srgbClr val="13794D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3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04  /  SIX PLATFORMS. ONE AMBITION.</a:t>
            </a:r>
            <a:endParaRPr lang="en-US" sz="13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74"/>
          <p:cNvSpPr txBox="1"/>
          <p:nvPr/>
        </p:nvSpPr>
        <p:spPr>
          <a:xfrm>
            <a:off x="406400" y="1155700"/>
            <a:ext cx="5080000" cy="798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office.</a:t>
            </a:r>
            <a:endParaRPr lang="en-US" sz="5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Everywhere.</a:t>
            </a:r>
            <a:endParaRPr lang="en-US" sz="59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Rounded Rectangle 75"/>
          <p:cNvSpPr/>
          <p:nvPr/>
        </p:nvSpPr>
        <p:spPr>
          <a:xfrm>
            <a:off x="406400" y="39751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TextBox 76"/>
          <p:cNvSpPr txBox="1"/>
          <p:nvPr/>
        </p:nvSpPr>
        <p:spPr>
          <a:xfrm>
            <a:off x="635000" y="4127500"/>
            <a:ext cx="2057400" cy="501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macOS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6" name="TextBox 77"/>
          <p:cNvSpPr txBox="1"/>
          <p:nvPr/>
        </p:nvSpPr>
        <p:spPr>
          <a:xfrm>
            <a:off x="635000" y="4610100"/>
            <a:ext cx="2057400" cy="453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7" name="Rounded Rectangle 78"/>
          <p:cNvSpPr/>
          <p:nvPr/>
        </p:nvSpPr>
        <p:spPr>
          <a:xfrm>
            <a:off x="2921000" y="39751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TextBox 79"/>
          <p:cNvSpPr txBox="1"/>
          <p:nvPr/>
        </p:nvSpPr>
        <p:spPr>
          <a:xfrm>
            <a:off x="3149600" y="4127500"/>
            <a:ext cx="2057400" cy="501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Windows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9" name="TextBox 80"/>
          <p:cNvSpPr txBox="1"/>
          <p:nvPr/>
        </p:nvSpPr>
        <p:spPr>
          <a:xfrm>
            <a:off x="3149600" y="4610100"/>
            <a:ext cx="2057400" cy="453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0" name="Rounded Rectangle 81"/>
          <p:cNvSpPr/>
          <p:nvPr/>
        </p:nvSpPr>
        <p:spPr>
          <a:xfrm>
            <a:off x="406400" y="52324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TextBox 82"/>
          <p:cNvSpPr txBox="1"/>
          <p:nvPr/>
        </p:nvSpPr>
        <p:spPr>
          <a:xfrm>
            <a:off x="635000" y="5384800"/>
            <a:ext cx="20574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Linux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2" name="TextBox 83"/>
          <p:cNvSpPr txBox="1"/>
          <p:nvPr/>
        </p:nvSpPr>
        <p:spPr>
          <a:xfrm>
            <a:off x="635000" y="5867400"/>
            <a:ext cx="20574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3" name="Rounded Rectangle 84"/>
          <p:cNvSpPr/>
          <p:nvPr/>
        </p:nvSpPr>
        <p:spPr>
          <a:xfrm>
            <a:off x="2921000" y="52324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4" name="TextBox 85"/>
          <p:cNvSpPr txBox="1"/>
          <p:nvPr/>
        </p:nvSpPr>
        <p:spPr>
          <a:xfrm>
            <a:off x="3149600" y="5384800"/>
            <a:ext cx="2057400" cy="375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iOS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5" name="TextBox 86"/>
          <p:cNvSpPr txBox="1"/>
          <p:nvPr/>
        </p:nvSpPr>
        <p:spPr>
          <a:xfrm>
            <a:off x="3149600" y="5867400"/>
            <a:ext cx="20574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6" name="Rounded Rectangle 87"/>
          <p:cNvSpPr/>
          <p:nvPr/>
        </p:nvSpPr>
        <p:spPr>
          <a:xfrm>
            <a:off x="406400" y="6489700"/>
            <a:ext cx="2387600" cy="110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7" name="TextBox 88"/>
          <p:cNvSpPr txBox="1"/>
          <p:nvPr/>
        </p:nvSpPr>
        <p:spPr>
          <a:xfrm>
            <a:off x="635000" y="6642100"/>
            <a:ext cx="2057400" cy="250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Android</a:t>
            </a:r>
            <a:endParaRPr lang="en-US" sz="25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8" name="TextBox 89"/>
          <p:cNvSpPr txBox="1"/>
          <p:nvPr/>
        </p:nvSpPr>
        <p:spPr>
          <a:xfrm>
            <a:off x="635000" y="7124700"/>
            <a:ext cx="20574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9" name="Rounded Rectangle 90"/>
          <p:cNvSpPr/>
          <p:nvPr/>
        </p:nvSpPr>
        <p:spPr>
          <a:xfrm>
            <a:off x="2921000" y="6489700"/>
            <a:ext cx="2387600" cy="11049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0" name="TextBox 91"/>
          <p:cNvSpPr txBox="1"/>
          <p:nvPr/>
        </p:nvSpPr>
        <p:spPr>
          <a:xfrm>
            <a:off x="3149600" y="6642100"/>
            <a:ext cx="2057400" cy="2501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lang="en-US" sz="25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92"/>
          <p:cNvSpPr txBox="1"/>
          <p:nvPr/>
        </p:nvSpPr>
        <p:spPr>
          <a:xfrm>
            <a:off x="3149600" y="7124700"/>
            <a:ext cx="20574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In your browser</a:t>
            </a:r>
            <a:endParaRPr lang="en-US" sz="15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2" name="TextBox 93"/>
          <p:cNvSpPr txBox="1"/>
          <p:nvPr/>
        </p:nvSpPr>
        <p:spPr>
          <a:xfrm>
            <a:off x="406400" y="8153400"/>
            <a:ext cx="4902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Documents. Presentations. Spreadsheets.</a:t>
            </a:r>
            <a:endParaRPr lang="en-US" sz="16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Across your devices. Built in the open.</a:t>
            </a:r>
            <a:endParaRPr lang="en-US" sz="16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5"/>
          <p:cNvSpPr txBox="1"/>
          <p:nvPr/>
        </p:nvSpPr>
        <p:spPr>
          <a:xfrm>
            <a:off x="406400" y="508000"/>
            <a:ext cx="4902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05  /  OPEN SOURCE. FROM THE START.</a:t>
            </a:r>
            <a:endParaRPr lang="en-US" sz="13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3" name="TextBox 96"/>
          <p:cNvSpPr txBox="1"/>
          <p:nvPr/>
        </p:nvSpPr>
        <p:spPr>
          <a:xfrm>
            <a:off x="406400" y="1422400"/>
            <a:ext cx="5080000" cy="772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Open code.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Shared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ambition.</a:t>
            </a:r>
            <a:endParaRPr lang="en-US" sz="67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97"/>
          <p:cNvSpPr txBox="1"/>
          <p:nvPr/>
        </p:nvSpPr>
        <p:spPr>
          <a:xfrm>
            <a:off x="406400" y="5181600"/>
            <a:ext cx="4902200" cy="396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Read the code. Follow the progress.</a:t>
            </a:r>
            <a:endParaRPr lang="en-US" sz="23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Help shape what comes next.</a:t>
            </a:r>
            <a:endParaRPr lang="en-US" sz="23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</p:txBody>
      </p:sp>
      <p:sp>
        <p:nvSpPr>
          <p:cNvPr id="5" name="TextBox 98"/>
          <p:cNvSpPr txBox="1"/>
          <p:nvPr/>
        </p:nvSpPr>
        <p:spPr>
          <a:xfrm>
            <a:off x="406400" y="6832600"/>
            <a:ext cx="4902200" cy="231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Built on the Starling SDK.</a:t>
            </a:r>
            <a:endParaRPr lang="en-US" sz="20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Apache 2.0 licensed.</a:t>
            </a:r>
            <a:endParaRPr lang="en-US" sz="20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6" name="TextBox 99"/>
          <p:cNvSpPr txBox="1"/>
          <p:nvPr/>
        </p:nvSpPr>
        <p:spPr>
          <a:xfrm>
            <a:off x="406400" y="8394700"/>
            <a:ext cx="49022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WRITER  ·  SLIDES  ·  SHEETS</a:t>
            </a:r>
            <a:endParaRPr lang="en-US" sz="13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6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2026-10-01T11:13:25Z</dcterms:created>
  <dcterms:modified xsi:type="dcterms:W3CDTF">2026-10-01T11:13:25Z</dcterms:modified>
</cp:coreProperties>
</file>