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M"/>
  </p:sldMasterIdLst>
  <p:notesMasterIdLst>
    <p:notesMasterId r:id="rIdNM"/>
  </p:notesMasterIdLst>
  <p:sldIdLst>
    <p:sldId id="256" r:id="rIdS1"/>
    <p:sldId id="257" r:id="rIdS2"/>
    <p:sldId id="258" r:id="rIdS3"/>
    <p:sldId id="259" r:id="rIdS4"/>
  </p:sldIdLst>
  <p:sldSz cx="5715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M" Type="http://schemas.openxmlformats.org/officeDocument/2006/relationships/slideMaster" Target="slideMasters/slideMaster1.xml"/><Relationship Id="rIdNM" Type="http://schemas.openxmlformats.org/officeDocument/2006/relationships/notesMaster" Target="notesMasters/notesMaster1.xml"/><Relationship Id="rIdPP" Type="http://schemas.openxmlformats.org/officeDocument/2006/relationships/presProps" Target="presProps.xml"/><Relationship Id="rIdVP" Type="http://schemas.openxmlformats.org/officeDocument/2006/relationships/viewProps" Target="viewProps.xml"/><Relationship Id="rIdTS" Type="http://schemas.openxmlformats.org/officeDocument/2006/relationships/tableStyles" Target="tableStyles.xml"/><Relationship Id="rIdT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ctrTitle"/>
          </p:nvPr>
        </p:nvSpPr>
        <p:spPr>
          <a:xfrm>
            <a:off x="714375" y="1496907"/>
            <a:ext cx="4286250" cy="3183467"/>
          </a:xfrm>
        </p:spPr>
        <p:txBody>
          <a:bodyPr anchor="b">
            <a:normAutofit/>
          </a:bodyPr>
          <a:lstStyle>
            <a:lvl1pPr algn="ctr" marL="0" indent="0">
              <a:buNone/>
              <a:defRPr sz="6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Subtitle Placeholder 2"/>
          <p:cNvSpPr>
            <a:spLocks noGrp="1"/>
          </p:cNvSpPr>
          <p:nvPr>
            <p:ph type="subTitle" idx="1"/>
          </p:nvPr>
        </p:nvSpPr>
        <p:spPr>
          <a:xfrm>
            <a:off x="714375" y="4802293"/>
            <a:ext cx="4286250" cy="2208107"/>
          </a:xfrm>
        </p:spPr>
        <p:txBody>
          <a:bodyPr anchor="t">
            <a:normAutofit/>
          </a:bodyPr>
          <a:lstStyle>
            <a:lvl1pPr algn="ctr" marL="0" indent="0">
              <a:buNone/>
              <a:defRPr sz="2400"/>
            </a:lvl1pPr>
          </a:lstStyle>
          <a:p>
            <a:r>
              <a:rPr lang="en-US"/>
              <a:t>Click to add 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906" y="486833"/>
            <a:ext cx="4929188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906" y="2434167"/>
            <a:ext cx="4929188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9930" y="2279227"/>
            <a:ext cx="4929188" cy="3803227"/>
          </a:xfrm>
        </p:spPr>
        <p:txBody>
          <a:bodyPr anchor="b">
            <a:normAutofit/>
          </a:bodyPr>
          <a:lstStyle>
            <a:lvl1pPr marL="0" indent="0">
              <a:buNone/>
              <a:defRPr sz="6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9930" y="6119707"/>
            <a:ext cx="4929188" cy="199982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906" y="486833"/>
            <a:ext cx="4929188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Left Placeholder 2"/>
          <p:cNvSpPr>
            <a:spLocks noGrp="1"/>
          </p:cNvSpPr>
          <p:nvPr>
            <p:ph idx="1"/>
          </p:nvPr>
        </p:nvSpPr>
        <p:spPr>
          <a:xfrm>
            <a:off x="392906" y="2434167"/>
            <a:ext cx="2428875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Content Right Placeholder 3"/>
          <p:cNvSpPr>
            <a:spLocks noGrp="1"/>
          </p:cNvSpPr>
          <p:nvPr>
            <p:ph idx="2"/>
          </p:nvPr>
        </p:nvSpPr>
        <p:spPr>
          <a:xfrm>
            <a:off x="2893219" y="2434167"/>
            <a:ext cx="2428875" cy="580136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3502" y="486833"/>
            <a:ext cx="4929188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Heading Left Placeholder 2"/>
          <p:cNvSpPr>
            <a:spLocks noGrp="1"/>
          </p:cNvSpPr>
          <p:nvPr>
            <p:ph type="body" idx="1"/>
          </p:nvPr>
        </p:nvSpPr>
        <p:spPr>
          <a:xfrm>
            <a:off x="393502" y="2241973"/>
            <a:ext cx="2417564" cy="1098973"/>
          </a:xfrm>
        </p:spPr>
        <p:txBody>
          <a:bodyPr anchor="b">
            <a:normAutofit/>
          </a:bodyPr>
          <a:lstStyle>
            <a:lvl1pPr marL="0" indent="0">
              <a:buNone/>
              <a:defRPr sz="2400" b="1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4" name="Content Left Placeholder 3"/>
          <p:cNvSpPr>
            <a:spLocks noGrp="1"/>
          </p:cNvSpPr>
          <p:nvPr>
            <p:ph idx="2"/>
          </p:nvPr>
        </p:nvSpPr>
        <p:spPr>
          <a:xfrm>
            <a:off x="393502" y="3340947"/>
            <a:ext cx="2417564" cy="491574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5" name="Heading Right Placeholder 4"/>
          <p:cNvSpPr>
            <a:spLocks noGrp="1"/>
          </p:cNvSpPr>
          <p:nvPr>
            <p:ph type="body" idx="3"/>
          </p:nvPr>
        </p:nvSpPr>
        <p:spPr>
          <a:xfrm>
            <a:off x="2893219" y="2241973"/>
            <a:ext cx="2429470" cy="1098973"/>
          </a:xfrm>
        </p:spPr>
        <p:txBody>
          <a:bodyPr anchor="b">
            <a:normAutofit/>
          </a:bodyPr>
          <a:lstStyle>
            <a:lvl1pPr marL="0" indent="0">
              <a:buNone/>
              <a:defRPr sz="2400" b="1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6" name="Content Right Placeholder 5"/>
          <p:cNvSpPr>
            <a:spLocks noGrp="1"/>
          </p:cNvSpPr>
          <p:nvPr>
            <p:ph idx="4"/>
          </p:nvPr>
        </p:nvSpPr>
        <p:spPr>
          <a:xfrm>
            <a:off x="2893219" y="3340947"/>
            <a:ext cx="2429470" cy="491574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add text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906" y="486833"/>
            <a:ext cx="4929188" cy="1767840"/>
          </a:xfrm>
        </p:spPr>
        <p:txBody>
          <a:bodyPr anchor="ctr">
            <a:normAutofit/>
          </a:bodyPr>
          <a:lstStyle>
            <a:lvl1pPr marL="0" indent="0">
              <a:buNone/>
              <a:defRPr sz="44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Theme" Type="http://schemas.openxmlformats.org/officeDocument/2006/relationships/theme" Target="../theme/theme1.xml"/><Relationship Id="rIdL1" Type="http://schemas.openxmlformats.org/officeDocument/2006/relationships/slideLayout" Target="../slideLayouts/slideLayout1.xml"/><Relationship Id="rIdL2" Type="http://schemas.openxmlformats.org/officeDocument/2006/relationships/slideLayout" Target="../slideLayouts/slideLayout2.xml"/><Relationship Id="rIdL3" Type="http://schemas.openxmlformats.org/officeDocument/2006/relationships/slideLayout" Target="../slideLayouts/slideLayout3.xml"/><Relationship Id="rIdL4" Type="http://schemas.openxmlformats.org/officeDocument/2006/relationships/slideLayout" Target="../slideLayouts/slideLayout4.xml"/><Relationship Id="rIdL5" Type="http://schemas.openxmlformats.org/officeDocument/2006/relationships/slideLayout" Target="../slideLayouts/slideLayout5.xml"/><Relationship Id="rIdL6" Type="http://schemas.openxmlformats.org/officeDocument/2006/relationships/slideLayout" Target="../slideLayouts/slideLayout6.xml"/><Relationship Id="rIdL7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906" y="486833"/>
            <a:ext cx="4929188" cy="1767840"/>
          </a:xfrm>
        </p:spPr>
        <p:txBody>
          <a:bodyPr anchor="ctr">
            <a:normAutofit/>
          </a:bodyPr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906" y="2434167"/>
            <a:ext cx="4929188" cy="5801360"/>
          </a:xfrm>
        </p:spPr>
        <p:txBody>
          <a:bodyPr anchor="t">
            <a:normAutofit/>
          </a:bodyPr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>
          <a:xfrm>
            <a:off x="392906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3A1C55-2B7E-4C1D-9A60-3E5B7D2C4F10}" type="datetime1">
              <a:rPr lang="en-US"/>
              <a:t>1/1/2026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93094" y="8475133"/>
            <a:ext cx="1928813" cy="486833"/>
          </a:xfr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036219" y="8475133"/>
            <a:ext cx="1285875" cy="486833"/>
          </a:xfr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E9B71-4D3A-4E8F-B5C2-7A1D0F3E6B24}" type="slidenum">
              <a:rPr lang="en-US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1"/>
    <p:sldLayoutId id="2147483650" r:id="rIdL2"/>
    <p:sldLayoutId id="2147483651" r:id="rIdL3"/>
    <p:sldLayoutId id="2147483652" r:id="rIdL4"/>
    <p:sldLayoutId id="2147483653" r:id="rIdL5"/>
    <p:sldLayoutId id="2147483654" r:id="rIdL6"/>
    <p:sldLayoutId id="2147483655" r:id="rIdL7"/>
  </p:sldLayoutIdLst>
  <p:txStyles>
    <p:titleStyle>
      <a:lvl1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0"/>
        </a:spcBef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Relationship Id="rIdImg1" Type="http://schemas.openxmlformats.org/officeDocument/2006/relationships/image" Target="../media/slides_image1.png"/></Relationships>
</file>

<file path=ppt/slides/_rels/slide3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49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/>
          <p:cNvSpPr txBox="1"/>
          <p:nvPr/>
        </p:nvSpPr>
        <p:spPr>
          <a:xfrm>
            <a:off x="406400" y="508000"/>
            <a:ext cx="4902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STARLING OFFICE  /  OPEN SOURCE</a:t>
            </a:r>
            <a:endParaRPr lang="en-US" sz="13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3" name="TextBox 6"/>
          <p:cNvSpPr txBox="1"/>
          <p:nvPr/>
        </p:nvSpPr>
        <p:spPr>
          <a:xfrm>
            <a:off x="406400" y="1422400"/>
            <a:ext cx="5080000" cy="772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Big ideas.</a:t>
            </a:r>
            <a:endParaRPr lang="en-US" sz="7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Start here.</a:t>
            </a:r>
            <a:endParaRPr lang="en-US" sz="72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4" name="TextBox 7"/>
          <p:cNvSpPr txBox="1"/>
          <p:nvPr/>
        </p:nvSpPr>
        <p:spPr>
          <a:xfrm>
            <a:off x="406400" y="4038600"/>
            <a:ext cx="4826000" cy="5105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An open source office suite.</a:t>
            </a:r>
            <a:endParaRPr lang="en-US" sz="23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Starting with Writer.</a:t>
            </a:r>
            <a:endParaRPr lang="en-US" sz="23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5" name="Rectangle 8"/>
          <p:cNvSpPr/>
          <p:nvPr/>
        </p:nvSpPr>
        <p:spPr>
          <a:xfrm rot="-600000">
            <a:off x="2616200" y="5969000"/>
            <a:ext cx="2184400" cy="2641600"/>
          </a:xfrm>
          <a:prstGeom prst="rect">
            <a:avLst/>
          </a:prstGeom>
          <a:solidFill>
            <a:srgbClr val="92AD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6" name="Rounded Rectangle 9"/>
          <p:cNvSpPr/>
          <p:nvPr/>
        </p:nvSpPr>
        <p:spPr>
          <a:xfrm>
            <a:off x="2971800" y="5892800"/>
            <a:ext cx="2184400" cy="26416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7" name="TextBox 10"/>
          <p:cNvSpPr txBox="1"/>
          <p:nvPr/>
        </p:nvSpPr>
        <p:spPr>
          <a:xfrm>
            <a:off x="3251200" y="6096000"/>
            <a:ext cx="1803400" cy="304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W</a:t>
            </a:r>
            <a:endParaRPr lang="en-US" sz="48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8" name="Rectangle 11"/>
          <p:cNvSpPr/>
          <p:nvPr/>
        </p:nvSpPr>
        <p:spPr>
          <a:xfrm>
            <a:off x="3276600" y="7200900"/>
            <a:ext cx="1574800" cy="50800"/>
          </a:xfrm>
          <a:prstGeom prst="rect">
            <a:avLst/>
          </a:prstGeom>
          <a:solidFill>
            <a:srgbClr val="DDE5F5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9" name="Rectangle 12"/>
          <p:cNvSpPr/>
          <p:nvPr/>
        </p:nvSpPr>
        <p:spPr>
          <a:xfrm>
            <a:off x="3276600" y="7391400"/>
            <a:ext cx="1574800" cy="50800"/>
          </a:xfrm>
          <a:prstGeom prst="rect">
            <a:avLst/>
          </a:prstGeom>
          <a:solidFill>
            <a:srgbClr val="DDE5F5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0" name="Rectangle 13"/>
          <p:cNvSpPr/>
          <p:nvPr/>
        </p:nvSpPr>
        <p:spPr>
          <a:xfrm>
            <a:off x="3276600" y="7581900"/>
            <a:ext cx="1574800" cy="50800"/>
          </a:xfrm>
          <a:prstGeom prst="rect">
            <a:avLst/>
          </a:prstGeom>
          <a:solidFill>
            <a:srgbClr val="DDE5F5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1" name="Rectangle 14"/>
          <p:cNvSpPr/>
          <p:nvPr/>
        </p:nvSpPr>
        <p:spPr>
          <a:xfrm>
            <a:off x="3276600" y="7772400"/>
            <a:ext cx="1574800" cy="50800"/>
          </a:xfrm>
          <a:prstGeom prst="rect">
            <a:avLst/>
          </a:prstGeom>
          <a:solidFill>
            <a:srgbClr val="DDE5F5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2" name="Rectangle 15"/>
          <p:cNvSpPr/>
          <p:nvPr/>
        </p:nvSpPr>
        <p:spPr>
          <a:xfrm>
            <a:off x="3276600" y="7962900"/>
            <a:ext cx="1104900" cy="50800"/>
          </a:xfrm>
          <a:prstGeom prst="rect">
            <a:avLst/>
          </a:prstGeom>
          <a:solidFill>
            <a:srgbClr val="DDE5F5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3" name="TextBox 16"/>
          <p:cNvSpPr txBox="1"/>
          <p:nvPr/>
        </p:nvSpPr>
        <p:spPr>
          <a:xfrm>
            <a:off x="406400" y="7048500"/>
            <a:ext cx="2286000" cy="209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WRITER IS LIVE</a:t>
            </a:r>
            <a:endParaRPr lang="en-US" sz="14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4" name="TextBox 17"/>
          <p:cNvSpPr txBox="1"/>
          <p:nvPr/>
        </p:nvSpPr>
        <p:spPr>
          <a:xfrm>
            <a:off x="406400" y="7480300"/>
            <a:ext cx="2286000" cy="1663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A fresh page.</a:t>
            </a: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A familiar feel.</a:t>
            </a: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9"/>
          <p:cNvSpPr txBox="1"/>
          <p:nvPr/>
        </p:nvSpPr>
        <p:spPr>
          <a:xfrm>
            <a:off x="406400" y="508000"/>
            <a:ext cx="4902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01  /  MEET WRITER</a:t>
            </a:r>
            <a:endParaRPr lang="en-US" sz="13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3" name="TextBox 20"/>
          <p:cNvSpPr txBox="1"/>
          <p:nvPr/>
        </p:nvSpPr>
        <p:spPr>
          <a:xfrm>
            <a:off x="406400" y="1193800"/>
            <a:ext cx="5080000" cy="795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Write something</a:t>
            </a:r>
            <a:endParaRPr lang="en-US" sz="49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great.</a:t>
            </a:r>
            <a:endParaRPr lang="en-US" sz="49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TextBox 21"/>
          <p:cNvSpPr txBox="1"/>
          <p:nvPr/>
        </p:nvSpPr>
        <p:spPr>
          <a:xfrm>
            <a:off x="406400" y="7239000"/>
            <a:ext cx="4953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A familiar ribbon. A clean page.</a:t>
            </a:r>
            <a:endParaRPr lang="en-US" sz="20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Room for your next big idea.</a:t>
            </a:r>
            <a:endParaRPr lang="en-US" sz="20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pic>
        <p:nvPicPr>
          <p:cNvPr id="5" name="Picture 22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06400" y="3479800"/>
            <a:ext cx="4902200" cy="3268129"/>
          </a:xfrm>
          <a:prstGeom prst="rect">
            <a:avLst/>
          </a:prstGeom>
        </p:spPr>
      </p:pic>
      <p:sp>
        <p:nvSpPr>
          <p:cNvPr id="6" name="TextBox 23"/>
          <p:cNvSpPr txBox="1"/>
          <p:nvPr/>
        </p:nvSpPr>
        <p:spPr>
          <a:xfrm>
            <a:off x="406400" y="8305800"/>
            <a:ext cx="49022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DOCX  ·  RTF  ·  MARKDOWN  ·  TEXT</a:t>
            </a:r>
            <a:endParaRPr lang="en-US" sz="13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5"/>
          <p:cNvSpPr txBox="1"/>
          <p:nvPr/>
        </p:nvSpPr>
        <p:spPr>
          <a:xfrm>
            <a:off x="406400" y="508000"/>
            <a:ext cx="4902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2449DF"/>
                </a:solidFill>
                <a:latin typeface="Calibri"/>
                <a:cs typeface="Calibri"/>
              </a:rPr>
              <a:t>02  /  SIX PLATFORMS. ONE AMBITION.</a:t>
            </a:r>
            <a:endParaRPr lang="en-US" sz="1300" b="1" i="0" u="none" strike="noStrike" dirty="0">
              <a:solidFill>
                <a:srgbClr val="2449DF"/>
              </a:solidFill>
              <a:latin typeface="Calibri"/>
              <a:cs typeface="Calibri"/>
            </a:endParaRPr>
          </a:p>
        </p:txBody>
      </p:sp>
      <p:sp>
        <p:nvSpPr>
          <p:cNvPr id="3" name="TextBox 26"/>
          <p:cNvSpPr txBox="1"/>
          <p:nvPr/>
        </p:nvSpPr>
        <p:spPr>
          <a:xfrm>
            <a:off x="406400" y="1155700"/>
            <a:ext cx="5080000" cy="798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Your office.</a:t>
            </a:r>
            <a:endParaRPr lang="en-US" sz="59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Everywhere.</a:t>
            </a:r>
            <a:endParaRPr lang="en-US" sz="59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4" name="Rounded Rectangle 27"/>
          <p:cNvSpPr/>
          <p:nvPr/>
        </p:nvSpPr>
        <p:spPr>
          <a:xfrm>
            <a:off x="406400" y="3975100"/>
            <a:ext cx="2387600" cy="1104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5" name="TextBox 28"/>
          <p:cNvSpPr txBox="1"/>
          <p:nvPr/>
        </p:nvSpPr>
        <p:spPr>
          <a:xfrm>
            <a:off x="635000" y="4127500"/>
            <a:ext cx="2057400" cy="501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macOS</a:t>
            </a:r>
            <a:endParaRPr lang="en-US" sz="25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6" name="TextBox 29"/>
          <p:cNvSpPr txBox="1"/>
          <p:nvPr/>
        </p:nvSpPr>
        <p:spPr>
          <a:xfrm>
            <a:off x="635000" y="4610100"/>
            <a:ext cx="2057400" cy="453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7" name="Rounded Rectangle 30"/>
          <p:cNvSpPr/>
          <p:nvPr/>
        </p:nvSpPr>
        <p:spPr>
          <a:xfrm>
            <a:off x="2921000" y="3975100"/>
            <a:ext cx="2387600" cy="1104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8" name="TextBox 31"/>
          <p:cNvSpPr txBox="1"/>
          <p:nvPr/>
        </p:nvSpPr>
        <p:spPr>
          <a:xfrm>
            <a:off x="3149600" y="4127500"/>
            <a:ext cx="2057400" cy="5016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Windows</a:t>
            </a:r>
            <a:endParaRPr lang="en-US" sz="25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9" name="TextBox 32"/>
          <p:cNvSpPr txBox="1"/>
          <p:nvPr/>
        </p:nvSpPr>
        <p:spPr>
          <a:xfrm>
            <a:off x="3149600" y="4610100"/>
            <a:ext cx="2057400" cy="453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0" name="Rounded Rectangle 33"/>
          <p:cNvSpPr/>
          <p:nvPr/>
        </p:nvSpPr>
        <p:spPr>
          <a:xfrm>
            <a:off x="406400" y="5232400"/>
            <a:ext cx="2387600" cy="1104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1" name="TextBox 34"/>
          <p:cNvSpPr txBox="1"/>
          <p:nvPr/>
        </p:nvSpPr>
        <p:spPr>
          <a:xfrm>
            <a:off x="635000" y="5384800"/>
            <a:ext cx="2057400" cy="375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Linux</a:t>
            </a:r>
            <a:endParaRPr lang="en-US" sz="25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2" name="TextBox 35"/>
          <p:cNvSpPr txBox="1"/>
          <p:nvPr/>
        </p:nvSpPr>
        <p:spPr>
          <a:xfrm>
            <a:off x="635000" y="5867400"/>
            <a:ext cx="2057400" cy="327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3" name="Rounded Rectangle 36"/>
          <p:cNvSpPr/>
          <p:nvPr/>
        </p:nvSpPr>
        <p:spPr>
          <a:xfrm>
            <a:off x="2921000" y="5232400"/>
            <a:ext cx="2387600" cy="1104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4" name="TextBox 37"/>
          <p:cNvSpPr txBox="1"/>
          <p:nvPr/>
        </p:nvSpPr>
        <p:spPr>
          <a:xfrm>
            <a:off x="3149600" y="5384800"/>
            <a:ext cx="2057400" cy="375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iOS</a:t>
            </a:r>
            <a:endParaRPr lang="en-US" sz="25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5" name="TextBox 38"/>
          <p:cNvSpPr txBox="1"/>
          <p:nvPr/>
        </p:nvSpPr>
        <p:spPr>
          <a:xfrm>
            <a:off x="3149600" y="5867400"/>
            <a:ext cx="2057400" cy="327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6" name="Rounded Rectangle 39"/>
          <p:cNvSpPr/>
          <p:nvPr/>
        </p:nvSpPr>
        <p:spPr>
          <a:xfrm>
            <a:off x="406400" y="6489700"/>
            <a:ext cx="2387600" cy="11049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17" name="TextBox 40"/>
          <p:cNvSpPr txBox="1"/>
          <p:nvPr/>
        </p:nvSpPr>
        <p:spPr>
          <a:xfrm>
            <a:off x="635000" y="6642100"/>
            <a:ext cx="2057400" cy="2501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132442"/>
                </a:solidFill>
                <a:latin typeface="Calibri"/>
                <a:cs typeface="Calibri"/>
              </a:rPr>
              <a:t>Android</a:t>
            </a:r>
            <a:endParaRPr lang="en-US" sz="2500" b="1" i="0" u="none" strike="noStrike" dirty="0">
              <a:solidFill>
                <a:srgbClr val="132442"/>
              </a:solidFill>
              <a:latin typeface="Calibri"/>
              <a:cs typeface="Calibri"/>
            </a:endParaRPr>
          </a:p>
        </p:txBody>
      </p:sp>
      <p:sp>
        <p:nvSpPr>
          <p:cNvPr id="18" name="TextBox 41"/>
          <p:cNvSpPr txBox="1"/>
          <p:nvPr/>
        </p:nvSpPr>
        <p:spPr>
          <a:xfrm>
            <a:off x="635000" y="7124700"/>
            <a:ext cx="2057400" cy="201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Planned</a:t>
            </a:r>
            <a:endParaRPr lang="en-US" sz="15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  <p:sp>
        <p:nvSpPr>
          <p:cNvPr id="19" name="Rounded Rectangle 42"/>
          <p:cNvSpPr/>
          <p:nvPr/>
        </p:nvSpPr>
        <p:spPr>
          <a:xfrm>
            <a:off x="2921000" y="6489700"/>
            <a:ext cx="2387600" cy="1104900"/>
          </a:xfrm>
          <a:prstGeom prst="roundRect">
            <a:avLst/>
          </a:prstGeom>
          <a:solidFill>
            <a:srgbClr val="2449DF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8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0" name="TextBox 43"/>
          <p:cNvSpPr txBox="1"/>
          <p:nvPr/>
        </p:nvSpPr>
        <p:spPr>
          <a:xfrm>
            <a:off x="3149600" y="6642100"/>
            <a:ext cx="2057400" cy="2501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Web</a:t>
            </a:r>
            <a:endParaRPr lang="en-US" sz="25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1" name="TextBox 44"/>
          <p:cNvSpPr txBox="1"/>
          <p:nvPr/>
        </p:nvSpPr>
        <p:spPr>
          <a:xfrm>
            <a:off x="3149600" y="7124700"/>
            <a:ext cx="2057400" cy="201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Writer is live</a:t>
            </a:r>
            <a:endParaRPr lang="en-US" sz="1500" b="0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22" name="TextBox 45"/>
          <p:cNvSpPr txBox="1"/>
          <p:nvPr/>
        </p:nvSpPr>
        <p:spPr>
          <a:xfrm>
            <a:off x="406400" y="8153400"/>
            <a:ext cx="49022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Writer is available on the web today.</a:t>
            </a:r>
            <a:endParaRPr lang="en-US" sz="16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dirty="0">
                <a:solidFill>
                  <a:srgbClr val="536782"/>
                </a:solidFill>
                <a:latin typeface="Calibri"/>
                <a:cs typeface="Calibri"/>
              </a:rPr>
              <a:t>More apps and platforms are on the way.</a:t>
            </a:r>
            <a:endParaRPr lang="en-US" sz="1600" b="0" i="0" u="none" strike="noStrike" dirty="0">
              <a:solidFill>
                <a:srgbClr val="536782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D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7"/>
          <p:cNvSpPr txBox="1"/>
          <p:nvPr/>
        </p:nvSpPr>
        <p:spPr>
          <a:xfrm>
            <a:off x="406400" y="508000"/>
            <a:ext cx="4902200" cy="863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03  /  OPEN SOURCE. FROM THE START.</a:t>
            </a:r>
            <a:endParaRPr lang="en-US" sz="1300" b="1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  <p:sp>
        <p:nvSpPr>
          <p:cNvPr id="3" name="TextBox 48"/>
          <p:cNvSpPr txBox="1"/>
          <p:nvPr/>
        </p:nvSpPr>
        <p:spPr>
          <a:xfrm>
            <a:off x="406400" y="1422400"/>
            <a:ext cx="5080000" cy="772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Open code.</a:t>
            </a:r>
            <a:endParaRPr lang="en-US" sz="67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Shared</a:t>
            </a:r>
            <a:endParaRPr lang="en-US" sz="67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00" b="1" i="0" u="none" strike="noStrike" dirty="0">
                <a:solidFill>
                  <a:srgbClr val="FFFFFF"/>
                </a:solidFill>
                <a:latin typeface="Calibri"/>
                <a:cs typeface="Calibri"/>
              </a:rPr>
              <a:t>ambition.</a:t>
            </a:r>
            <a:endParaRPr lang="en-US" sz="6700" b="1" i="0" u="none" strike="noStrike" dirty="0">
              <a:solidFill>
                <a:srgbClr val="FFFFFF"/>
              </a:solidFill>
              <a:latin typeface="Calibri"/>
              <a:cs typeface="Calibri"/>
            </a:endParaRPr>
          </a:p>
        </p:txBody>
      </p:sp>
      <p:sp>
        <p:nvSpPr>
          <p:cNvPr id="4" name="TextBox 49"/>
          <p:cNvSpPr txBox="1"/>
          <p:nvPr/>
        </p:nvSpPr>
        <p:spPr>
          <a:xfrm>
            <a:off x="406400" y="5181600"/>
            <a:ext cx="4902200" cy="396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dirty="0">
                <a:solidFill>
                  <a:srgbClr val="CCD6EE"/>
                </a:solidFill>
                <a:latin typeface="Calibri"/>
                <a:cs typeface="Calibri"/>
              </a:rPr>
              <a:t>Read the code. Follow the progress.</a:t>
            </a:r>
            <a:endParaRPr lang="en-US" sz="2300" b="0" i="0" u="none" strike="noStrike" dirty="0">
              <a:solidFill>
                <a:srgbClr val="CCD6EE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dirty="0">
                <a:solidFill>
                  <a:srgbClr val="CCD6EE"/>
                </a:solidFill>
                <a:latin typeface="Calibri"/>
                <a:cs typeface="Calibri"/>
              </a:rPr>
              <a:t>Help shape what comes next.</a:t>
            </a:r>
            <a:endParaRPr lang="en-US" sz="2300" b="0" i="0" u="none" strike="noStrike" dirty="0">
              <a:solidFill>
                <a:srgbClr val="CCD6EE"/>
              </a:solidFill>
              <a:latin typeface="Calibri"/>
              <a:cs typeface="Calibri"/>
            </a:endParaRPr>
          </a:p>
        </p:txBody>
      </p:sp>
      <p:sp>
        <p:nvSpPr>
          <p:cNvPr id="5" name="TextBox 50"/>
          <p:cNvSpPr txBox="1"/>
          <p:nvPr/>
        </p:nvSpPr>
        <p:spPr>
          <a:xfrm>
            <a:off x="406400" y="6832600"/>
            <a:ext cx="4902200" cy="2311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Built on the Starling SDK.</a:t>
            </a:r>
            <a:endParaRPr lang="en-US" sz="2000" b="0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Apache 2.0 licensed.</a:t>
            </a:r>
            <a:endParaRPr lang="en-US" sz="2000" b="0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  <p:sp>
        <p:nvSpPr>
          <p:cNvPr id="6" name="TextBox 51"/>
          <p:cNvSpPr txBox="1"/>
          <p:nvPr/>
        </p:nvSpPr>
        <p:spPr>
          <a:xfrm>
            <a:off x="406400" y="8394700"/>
            <a:ext cx="4902200" cy="749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dirty="0">
                <a:solidFill>
                  <a:srgbClr val="A8B9FF"/>
                </a:solidFill>
                <a:latin typeface="Calibri"/>
                <a:cs typeface="Calibri"/>
              </a:rPr>
              <a:t>ONLY WRITER IS AVAILABLE SO FAR.</a:t>
            </a:r>
            <a:endParaRPr lang="en-US" sz="1300" b="1" i="0" u="none" strike="noStrike" dirty="0">
              <a:solidFill>
                <a:srgbClr val="A8B9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p:transition spd="fast">
    <p:fade/>
  </p:transition>
</p:sld>
</file>

<file path=ppt/theme/theme1.xml><?xml version="1.0" encoding="utf-8"?>
<a:theme xmlns:a="http://schemas.openxmlformats.org/drawingml/2006/main" name="Starling">
  <a:themeElements>
    <a:clrScheme name="Starling">
      <a:dk1>
        <a:srgbClr val="1B1B1B"/>
      </a:dk1>
      <a:lt1>
        <a:srgbClr val="FFFFFF"/>
      </a:lt1>
      <a:dk2>
        <a:srgbClr val="1F2A44"/>
      </a:dk2>
      <a:lt2>
        <a:srgbClr val="E8EBF0"/>
      </a:lt2>
      <a:accent1>
        <a:srgbClr val="2B6CB0"/>
      </a:accent1>
      <a:accent2>
        <a:srgbClr val="DD6B20"/>
      </a:accent2>
      <a:accent3>
        <a:srgbClr val="718096"/>
      </a:accent3>
      <a:accent4>
        <a:srgbClr val="D69E2E"/>
      </a:accent4>
      <a:accent5>
        <a:srgbClr val="319795"/>
      </a:accent5>
      <a:accent6>
        <a:srgbClr val="38A169"/>
      </a:accent6>
      <a:hlink>
        <a:srgbClr val="0563C1"/>
      </a:hlink>
      <a:folHlink>
        <a:srgbClr val="954F72"/>
      </a:folHlink>
    </a:clrScheme>
    <a:fontScheme name="Starling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Starli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arling">
  <a:themeElements>
    <a:clrScheme name="Starling">
      <a:dk1>
        <a:srgbClr val="1B1B1B"/>
      </a:dk1>
      <a:lt1>
        <a:srgbClr val="FFFFFF"/>
      </a:lt1>
      <a:dk2>
        <a:srgbClr val="1F2A44"/>
      </a:dk2>
      <a:lt2>
        <a:srgbClr val="E8EBF0"/>
      </a:lt2>
      <a:accent1>
        <a:srgbClr val="2B6CB0"/>
      </a:accent1>
      <a:accent2>
        <a:srgbClr val="DD6B20"/>
      </a:accent2>
      <a:accent3>
        <a:srgbClr val="718096"/>
      </a:accent3>
      <a:accent4>
        <a:srgbClr val="D69E2E"/>
      </a:accent4>
      <a:accent5>
        <a:srgbClr val="319795"/>
      </a:accent5>
      <a:accent6>
        <a:srgbClr val="38A169"/>
      </a:accent6>
      <a:hlink>
        <a:srgbClr val="0563C1"/>
      </a:hlink>
      <a:folHlink>
        <a:srgbClr val="954F72"/>
      </a:folHlink>
    </a:clrScheme>
    <a:fontScheme name="Starling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Starling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Starling Slides</Application>
  <Slides>4</Slides>
  <PresentationFormat>On-screen Show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terms:created xsi:type="dcterms:W3CDTF">2026-10-01T09:26:20Z</dcterms:created>
  <dcterms:modified xsi:type="dcterms:W3CDTF">2026-10-01T09:26:20Z</dcterms:modified>
</cp:coreProperties>
</file>