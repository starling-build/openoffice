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notesMasterIdLst>
    <p:notesMasterId r:id="rIdNM"/>
  </p:notesMasterIdLst>
  <p:sldIdLst>
    <p:sldId id="256" r:id="rIdS1"/>
    <p:sldId id="257" r:id="rIdS2"/>
    <p:sldId id="258" r:id="rIdS3"/>
    <p:sldId id="259" r:id="rIdS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M" Type="http://schemas.openxmlformats.org/officeDocument/2006/relationships/slideMaster" Target="slideMasters/slideMaster1.xml"/><Relationship Id="rIdNM" Type="http://schemas.openxmlformats.org/officeDocument/2006/relationships/notesMaster" Target="notesMasters/notesMaster1.xml"/><Relationship Id="rIdPP" Type="http://schemas.openxmlformats.org/officeDocument/2006/relationships/presProps" Target="presProps.xml"/><Relationship Id="rIdVP" Type="http://schemas.openxmlformats.org/officeDocument/2006/relationships/viewProps" Target="viewProps.xml"/><Relationship Id="rIdTS" Type="http://schemas.openxmlformats.org/officeDocument/2006/relationships/tableStyles" Target="tableStyles.xml"/><Relationship Id="rIdT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2032000" y="1496907"/>
            <a:ext cx="12192000" cy="3183467"/>
          </a:xfrm>
        </p:spPr>
        <p:txBody>
          <a:bodyPr anchor="b">
            <a:normAutofit/>
          </a:bodyPr>
          <a:lstStyle>
            <a:lvl1pPr algn="ctr"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2032000" y="4802293"/>
            <a:ext cx="12192000" cy="2208107"/>
          </a:xfrm>
        </p:spPr>
        <p:txBody>
          <a:bodyPr anchor="t">
            <a:normAutofit/>
          </a:bodyPr>
          <a:lstStyle>
            <a:lvl1pPr algn="ctr" marL="0" indent="0">
              <a:buNone/>
              <a:defRPr sz="2400"/>
            </a:lvl1pPr>
          </a:lstStyle>
          <a:p>
            <a:r>
              <a:rPr lang="en-US"/>
              <a:t>Click to add subtitle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9133" y="2279227"/>
            <a:ext cx="14020800" cy="3803227"/>
          </a:xfrm>
        </p:spPr>
        <p:txBody>
          <a:bodyPr anchor="b">
            <a:normAutofit/>
          </a:bodyPr>
          <a:lstStyle>
            <a:lvl1pPr marL="0" indent="0">
              <a:buNone/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3" y="6119707"/>
            <a:ext cx="14020800" cy="199982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Lef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Right Placeholder 3"/>
          <p:cNvSpPr>
            <a:spLocks noGrp="1"/>
          </p:cNvSpPr>
          <p:nvPr>
            <p:ph idx="2"/>
          </p:nvPr>
        </p:nvSpPr>
        <p:spPr>
          <a:xfrm>
            <a:off x="8229600" y="2434167"/>
            <a:ext cx="6908800" cy="580136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9293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Heading Left Placeholder 2"/>
          <p:cNvSpPr>
            <a:spLocks noGrp="1"/>
          </p:cNvSpPr>
          <p:nvPr>
            <p:ph type="body" idx="1"/>
          </p:nvPr>
        </p:nvSpPr>
        <p:spPr>
          <a:xfrm>
            <a:off x="1119293" y="2241973"/>
            <a:ext cx="6876627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Content Left Placeholder 3"/>
          <p:cNvSpPr>
            <a:spLocks noGrp="1"/>
          </p:cNvSpPr>
          <p:nvPr>
            <p:ph idx="2"/>
          </p:nvPr>
        </p:nvSpPr>
        <p:spPr>
          <a:xfrm>
            <a:off x="1119293" y="3340947"/>
            <a:ext cx="6876627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Heading Right Placeholder 4"/>
          <p:cNvSpPr>
            <a:spLocks noGrp="1"/>
          </p:cNvSpPr>
          <p:nvPr>
            <p:ph type="body" idx="3"/>
          </p:nvPr>
        </p:nvSpPr>
        <p:spPr>
          <a:xfrm>
            <a:off x="8229600" y="2241973"/>
            <a:ext cx="6910493" cy="1098973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6" name="Content Right Placeholder 5"/>
          <p:cNvSpPr>
            <a:spLocks noGrp="1"/>
          </p:cNvSpPr>
          <p:nvPr>
            <p:ph idx="4"/>
          </p:nvPr>
        </p:nvSpPr>
        <p:spPr>
          <a:xfrm>
            <a:off x="8229600" y="3340947"/>
            <a:ext cx="6910493" cy="491574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>
            <a:lvl1pPr marL="0" indent="0">
              <a:buNone/>
              <a:defRPr sz="4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Theme" Type="http://schemas.openxmlformats.org/officeDocument/2006/relationships/theme" Target="../theme/theme1.xml"/><Relationship Id="rIdL1" Type="http://schemas.openxmlformats.org/officeDocument/2006/relationships/slideLayout" Target="../slideLayouts/slideLayout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Relationship Id="rIdL7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486833"/>
            <a:ext cx="14020800" cy="176784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2434167"/>
            <a:ext cx="14020800" cy="5801360"/>
          </a:xfrm>
        </p:spPr>
        <p:txBody>
          <a:bodyPr anchor="t">
            <a:norm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>
          <a:xfrm>
            <a:off x="11176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A1C55-2B7E-4C1D-9A60-3E5B7D2C4F10}" type="datetime1">
              <a:rPr lang="en-US"/>
              <a:t>1/1/2026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9B71-4D3A-4E8F-B5C2-7A1D0F3E6B24}" type="slidenum">
              <a:rPr lang="en-US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1"/>
    <p:sldLayoutId id="2147483650" r:id="rIdL2"/>
    <p:sldLayoutId id="2147483651" r:id="rIdL3"/>
    <p:sldLayoutId id="2147483652" r:id="rIdL4"/>
    <p:sldLayoutId id="2147483653" r:id="rIdL5"/>
    <p:sldLayoutId id="2147483654" r:id="rIdL6"/>
    <p:sldLayoutId id="2147483655" r:id="rIdL7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Relationship Id="rIdImg1" Type="http://schemas.openxmlformats.org/officeDocument/2006/relationships/image" Target="../media/slides_image1.png"/></Relationships>
</file>

<file path=ppt/slides/_rels/slide3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STARLING OFFICE  /  OPEN SOURCE</a:t>
            </a:r>
            <a:endParaRPr lang="en-US" sz="16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914400" y="1651000"/>
            <a:ext cx="9271000" cy="74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Big ideas.</a:t>
            </a:r>
            <a:endParaRPr lang="en-US" sz="11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Start here.</a:t>
            </a:r>
            <a:endParaRPr lang="en-US" sz="112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7"/>
          <p:cNvSpPr txBox="1"/>
          <p:nvPr/>
        </p:nvSpPr>
        <p:spPr>
          <a:xfrm>
            <a:off x="914400" y="5308600"/>
            <a:ext cx="8128000" cy="383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An open source office suite.</a:t>
            </a:r>
            <a:endParaRPr lang="en-US" sz="30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Starting with Writer.</a:t>
            </a:r>
            <a:endParaRPr lang="en-US" sz="30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" name="Rectangle 8"/>
          <p:cNvSpPr/>
          <p:nvPr/>
        </p:nvSpPr>
        <p:spPr>
          <a:xfrm rot="-600000">
            <a:off x="10693400" y="2425700"/>
            <a:ext cx="3556000" cy="4445000"/>
          </a:xfrm>
          <a:prstGeom prst="rect">
            <a:avLst/>
          </a:prstGeom>
          <a:solidFill>
            <a:srgbClr val="92AD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Rounded Rectangle 9"/>
          <p:cNvSpPr/>
          <p:nvPr/>
        </p:nvSpPr>
        <p:spPr>
          <a:xfrm>
            <a:off x="11049000" y="2349500"/>
            <a:ext cx="3556000" cy="444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7" name="TextBox 10"/>
          <p:cNvSpPr txBox="1"/>
          <p:nvPr/>
        </p:nvSpPr>
        <p:spPr>
          <a:xfrm>
            <a:off x="11328400" y="2552700"/>
            <a:ext cx="3175000" cy="6591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W</a:t>
            </a:r>
            <a:endParaRPr lang="en-US" sz="78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8" name="Rectangle 11"/>
          <p:cNvSpPr/>
          <p:nvPr/>
        </p:nvSpPr>
        <p:spPr>
          <a:xfrm>
            <a:off x="11353800" y="4318000"/>
            <a:ext cx="2946400" cy="76200"/>
          </a:xfrm>
          <a:prstGeom prst="rect">
            <a:avLst/>
          </a:prstGeom>
          <a:solidFill>
            <a:srgbClr val="DDE5F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Rectangle 12"/>
          <p:cNvSpPr/>
          <p:nvPr/>
        </p:nvSpPr>
        <p:spPr>
          <a:xfrm>
            <a:off x="11353800" y="4622800"/>
            <a:ext cx="2946400" cy="76200"/>
          </a:xfrm>
          <a:prstGeom prst="rect">
            <a:avLst/>
          </a:prstGeom>
          <a:solidFill>
            <a:srgbClr val="DDE5F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0" name="Rectangle 13"/>
          <p:cNvSpPr/>
          <p:nvPr/>
        </p:nvSpPr>
        <p:spPr>
          <a:xfrm>
            <a:off x="11353800" y="4927600"/>
            <a:ext cx="2946400" cy="76200"/>
          </a:xfrm>
          <a:prstGeom prst="rect">
            <a:avLst/>
          </a:prstGeom>
          <a:solidFill>
            <a:srgbClr val="DDE5F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1" name="Rectangle 14"/>
          <p:cNvSpPr/>
          <p:nvPr/>
        </p:nvSpPr>
        <p:spPr>
          <a:xfrm>
            <a:off x="11353800" y="5232400"/>
            <a:ext cx="2946400" cy="76200"/>
          </a:xfrm>
          <a:prstGeom prst="rect">
            <a:avLst/>
          </a:prstGeom>
          <a:solidFill>
            <a:srgbClr val="DDE5F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Rectangle 15"/>
          <p:cNvSpPr/>
          <p:nvPr/>
        </p:nvSpPr>
        <p:spPr>
          <a:xfrm>
            <a:off x="11353800" y="5537200"/>
            <a:ext cx="2476500" cy="76200"/>
          </a:xfrm>
          <a:prstGeom prst="rect">
            <a:avLst/>
          </a:prstGeom>
          <a:solidFill>
            <a:srgbClr val="DDE5F5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914400" y="7924800"/>
            <a:ext cx="812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WRITER IS LIVE</a:t>
            </a:r>
            <a:endParaRPr lang="en-US" sz="1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8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01  /  MEET WRITER</a:t>
            </a:r>
            <a:endParaRPr lang="en-US" sz="16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19"/>
          <p:cNvSpPr txBox="1"/>
          <p:nvPr/>
        </p:nvSpPr>
        <p:spPr>
          <a:xfrm>
            <a:off x="914400" y="1600200"/>
            <a:ext cx="7874000" cy="754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Write something</a:t>
            </a:r>
            <a:endParaRPr lang="en-US" sz="7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great.</a:t>
            </a:r>
            <a:endParaRPr lang="en-US" sz="7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20"/>
          <p:cNvSpPr txBox="1"/>
          <p:nvPr/>
        </p:nvSpPr>
        <p:spPr>
          <a:xfrm>
            <a:off x="914400" y="4343400"/>
            <a:ext cx="6159500" cy="480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 familiar ribbon. A clean page.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Room for your next big idea.</a:t>
            </a:r>
            <a:endParaRPr lang="en-US" sz="27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pic>
        <p:nvPicPr>
          <p:cNvPr id="5" name="Picture 21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7924800" y="1968500"/>
            <a:ext cx="7620000" cy="5080000"/>
          </a:xfrm>
          <a:prstGeom prst="rect">
            <a:avLst/>
          </a:prstGeom>
        </p:spPr>
      </p:pic>
      <p:sp>
        <p:nvSpPr>
          <p:cNvPr id="6" name="TextBox 22"/>
          <p:cNvSpPr txBox="1"/>
          <p:nvPr/>
        </p:nvSpPr>
        <p:spPr>
          <a:xfrm>
            <a:off x="914400" y="7937500"/>
            <a:ext cx="14427200" cy="1206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DOCX  ·  RTF  ·  MARKDOWN  ·  TEXT</a:t>
            </a:r>
            <a:endParaRPr lang="en-US" sz="18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7" name="TextBox 23"/>
          <p:cNvSpPr txBox="1"/>
          <p:nvPr/>
        </p:nvSpPr>
        <p:spPr>
          <a:xfrm>
            <a:off x="914400" y="5918200"/>
            <a:ext cx="6223000" cy="322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Fonts, styles, tables, pictures.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The tools to make it yours.</a:t>
            </a:r>
            <a:endParaRPr lang="en-US" sz="25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2449DF"/>
                </a:solidFill>
                <a:latin typeface="Calibri"/>
                <a:cs typeface="Calibri"/>
              </a:rPr>
              <a:t>02  /  SIX PLATFORMS. ONE AMBITION.</a:t>
            </a:r>
            <a:endParaRPr lang="en-US" sz="1600" b="1" i="0" u="none" strike="noStrike" dirty="0">
              <a:solidFill>
                <a:srgbClr val="2449DF"/>
              </a:solidFill>
              <a:latin typeface="Calibri"/>
              <a:cs typeface="Calibri"/>
            </a:endParaRPr>
          </a:p>
        </p:txBody>
      </p:sp>
      <p:sp>
        <p:nvSpPr>
          <p:cNvPr id="3" name="TextBox 26"/>
          <p:cNvSpPr txBox="1"/>
          <p:nvPr/>
        </p:nvSpPr>
        <p:spPr>
          <a:xfrm>
            <a:off x="914400" y="1879600"/>
            <a:ext cx="7239000" cy="726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Your office.</a:t>
            </a:r>
            <a:endParaRPr lang="en-US" sz="8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Everywhere.</a:t>
            </a:r>
            <a:endParaRPr lang="en-US" sz="86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4" name="TextBox 27"/>
          <p:cNvSpPr txBox="1"/>
          <p:nvPr/>
        </p:nvSpPr>
        <p:spPr>
          <a:xfrm>
            <a:off x="914400" y="4965700"/>
            <a:ext cx="6350000" cy="417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At a desk. On the move.</a:t>
            </a:r>
            <a:endParaRPr lang="en-US" sz="3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In a browser.</a:t>
            </a:r>
            <a:endParaRPr lang="en-US" sz="30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5" name="Rounded Rectangle 28"/>
          <p:cNvSpPr/>
          <p:nvPr/>
        </p:nvSpPr>
        <p:spPr>
          <a:xfrm>
            <a:off x="8343900" y="19177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" name="TextBox 29"/>
          <p:cNvSpPr txBox="1"/>
          <p:nvPr/>
        </p:nvSpPr>
        <p:spPr>
          <a:xfrm>
            <a:off x="8572500" y="2070100"/>
            <a:ext cx="2832100" cy="707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macOS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7" name="TextBox 30"/>
          <p:cNvSpPr txBox="1"/>
          <p:nvPr/>
        </p:nvSpPr>
        <p:spPr>
          <a:xfrm>
            <a:off x="8572500" y="2819400"/>
            <a:ext cx="2832100" cy="632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8" name="Rounded Rectangle 31"/>
          <p:cNvSpPr/>
          <p:nvPr/>
        </p:nvSpPr>
        <p:spPr>
          <a:xfrm>
            <a:off x="11798300" y="19177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32"/>
          <p:cNvSpPr txBox="1"/>
          <p:nvPr/>
        </p:nvSpPr>
        <p:spPr>
          <a:xfrm>
            <a:off x="12026900" y="2070100"/>
            <a:ext cx="2832100" cy="707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Windows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2026900" y="2819400"/>
            <a:ext cx="2832100" cy="632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1" name="Rounded Rectangle 34"/>
          <p:cNvSpPr/>
          <p:nvPr/>
        </p:nvSpPr>
        <p:spPr>
          <a:xfrm>
            <a:off x="8343900" y="37338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35"/>
          <p:cNvSpPr txBox="1"/>
          <p:nvPr/>
        </p:nvSpPr>
        <p:spPr>
          <a:xfrm>
            <a:off x="8572500" y="3886200"/>
            <a:ext cx="2832100" cy="525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Linux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8572500" y="4635500"/>
            <a:ext cx="2832100" cy="450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4" name="Rounded Rectangle 37"/>
          <p:cNvSpPr/>
          <p:nvPr/>
        </p:nvSpPr>
        <p:spPr>
          <a:xfrm>
            <a:off x="11798300" y="37338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5" name="TextBox 38"/>
          <p:cNvSpPr txBox="1"/>
          <p:nvPr/>
        </p:nvSpPr>
        <p:spPr>
          <a:xfrm>
            <a:off x="12026900" y="3886200"/>
            <a:ext cx="2832100" cy="525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iOS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12026900" y="4635500"/>
            <a:ext cx="2832100" cy="450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17" name="Rounded Rectangle 40"/>
          <p:cNvSpPr/>
          <p:nvPr/>
        </p:nvSpPr>
        <p:spPr>
          <a:xfrm>
            <a:off x="8343900" y="5549900"/>
            <a:ext cx="3162300" cy="1549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8" name="TextBox 41"/>
          <p:cNvSpPr txBox="1"/>
          <p:nvPr/>
        </p:nvSpPr>
        <p:spPr>
          <a:xfrm>
            <a:off x="8572500" y="5702300"/>
            <a:ext cx="2832100" cy="344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132442"/>
                </a:solidFill>
                <a:latin typeface="Calibri"/>
                <a:cs typeface="Calibri"/>
              </a:rPr>
              <a:t>Android</a:t>
            </a:r>
            <a:endParaRPr lang="en-US" sz="3300" b="1" i="0" u="none" strike="noStrike" dirty="0">
              <a:solidFill>
                <a:srgbClr val="132442"/>
              </a:solidFill>
              <a:latin typeface="Calibri"/>
              <a:cs typeface="Calibri"/>
            </a:endParaRPr>
          </a:p>
        </p:txBody>
      </p:sp>
      <p:sp>
        <p:nvSpPr>
          <p:cNvPr id="19" name="TextBox 42"/>
          <p:cNvSpPr txBox="1"/>
          <p:nvPr/>
        </p:nvSpPr>
        <p:spPr>
          <a:xfrm>
            <a:off x="8572500" y="6451600"/>
            <a:ext cx="2832100" cy="269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Planned</a:t>
            </a:r>
            <a:endParaRPr lang="en-US" sz="19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  <p:sp>
        <p:nvSpPr>
          <p:cNvPr id="20" name="Rounded Rectangle 43"/>
          <p:cNvSpPr/>
          <p:nvPr/>
        </p:nvSpPr>
        <p:spPr>
          <a:xfrm>
            <a:off x="11798300" y="5549900"/>
            <a:ext cx="3162300" cy="1549400"/>
          </a:xfrm>
          <a:prstGeom prst="roundRect">
            <a:avLst/>
          </a:prstGeom>
          <a:solidFill>
            <a:srgbClr val="2449DF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1" name="TextBox 44"/>
          <p:cNvSpPr txBox="1"/>
          <p:nvPr/>
        </p:nvSpPr>
        <p:spPr>
          <a:xfrm>
            <a:off x="12026900" y="5702300"/>
            <a:ext cx="2832100" cy="344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Web</a:t>
            </a:r>
            <a:endParaRPr lang="en-US" sz="33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2" name="TextBox 45"/>
          <p:cNvSpPr txBox="1"/>
          <p:nvPr/>
        </p:nvSpPr>
        <p:spPr>
          <a:xfrm>
            <a:off x="12026900" y="6451600"/>
            <a:ext cx="2832100" cy="269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Writer is live</a:t>
            </a:r>
            <a:endParaRPr lang="en-US" sz="1900" b="0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23" name="TextBox 46"/>
          <p:cNvSpPr txBox="1"/>
          <p:nvPr/>
        </p:nvSpPr>
        <p:spPr>
          <a:xfrm>
            <a:off x="914400" y="7950200"/>
            <a:ext cx="144272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Writer is available on the web today.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dirty="0">
                <a:solidFill>
                  <a:srgbClr val="536782"/>
                </a:solidFill>
                <a:latin typeface="Calibri"/>
                <a:cs typeface="Calibri"/>
              </a:rPr>
              <a:t>More apps and platforms are on the way.</a:t>
            </a:r>
            <a:endParaRPr lang="en-US" sz="2100" b="0" i="0" u="none" strike="noStrike" dirty="0">
              <a:solidFill>
                <a:srgbClr val="536782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8"/>
          <p:cNvSpPr txBox="1"/>
          <p:nvPr/>
        </p:nvSpPr>
        <p:spPr>
          <a:xfrm>
            <a:off x="914400" y="508000"/>
            <a:ext cx="14427200" cy="863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03  /  OPEN SOURCE. FROM THE START.</a:t>
            </a:r>
            <a:endParaRPr lang="en-US" sz="16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3" name="TextBox 49"/>
          <p:cNvSpPr txBox="1"/>
          <p:nvPr/>
        </p:nvSpPr>
        <p:spPr>
          <a:xfrm>
            <a:off x="914400" y="1778000"/>
            <a:ext cx="13208000" cy="736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Open code.</a:t>
            </a:r>
            <a:endParaRPr lang="en-US" sz="9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800" b="1" i="0" u="none" strike="noStrike" dirty="0">
                <a:solidFill>
                  <a:srgbClr val="FFFFFF"/>
                </a:solidFill>
                <a:latin typeface="Calibri"/>
                <a:cs typeface="Calibri"/>
              </a:rPr>
              <a:t>Shared ambition.</a:t>
            </a:r>
            <a:endParaRPr lang="en-US" sz="9800" b="1" i="0" u="none" strike="noStrike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" name="TextBox 50"/>
          <p:cNvSpPr txBox="1"/>
          <p:nvPr/>
        </p:nvSpPr>
        <p:spPr>
          <a:xfrm>
            <a:off x="914400" y="5207000"/>
            <a:ext cx="14427200" cy="393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Read the code. Follow the progress.</a:t>
            </a:r>
            <a:endParaRPr lang="en-US" sz="31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0" i="0" u="none" strike="noStrike" dirty="0">
                <a:solidFill>
                  <a:srgbClr val="CCD6EE"/>
                </a:solidFill>
                <a:latin typeface="Calibri"/>
                <a:cs typeface="Calibri"/>
              </a:rPr>
              <a:t>Help shape what comes next.</a:t>
            </a:r>
            <a:endParaRPr lang="en-US" sz="3100" b="0" i="0" u="none" strike="noStrike" dirty="0">
              <a:solidFill>
                <a:srgbClr val="CCD6EE"/>
              </a:solidFill>
              <a:latin typeface="Calibri"/>
              <a:cs typeface="Calibri"/>
            </a:endParaRPr>
          </a:p>
        </p:txBody>
      </p:sp>
      <p:sp>
        <p:nvSpPr>
          <p:cNvPr id="5" name="TextBox 51"/>
          <p:cNvSpPr txBox="1"/>
          <p:nvPr/>
        </p:nvSpPr>
        <p:spPr>
          <a:xfrm>
            <a:off x="914400" y="7239000"/>
            <a:ext cx="144272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Built on the Starling SDK.</a:t>
            </a:r>
            <a:endParaRPr lang="en-US" sz="24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Apache 2.0 licensed.</a:t>
            </a:r>
            <a:endParaRPr lang="en-US" sz="2400" b="0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  <p:sp>
        <p:nvSpPr>
          <p:cNvPr id="6" name="TextBox 52"/>
          <p:cNvSpPr txBox="1"/>
          <p:nvPr/>
        </p:nvSpPr>
        <p:spPr>
          <a:xfrm>
            <a:off x="914400" y="8394700"/>
            <a:ext cx="14427200" cy="749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A8B9FF"/>
                </a:solidFill>
                <a:latin typeface="Calibri"/>
                <a:cs typeface="Calibri"/>
              </a:rPr>
              <a:t>ONLY WRITER IS AVAILABLE SO FAR.</a:t>
            </a:r>
            <a:endParaRPr lang="en-US" sz="1600" b="1" i="0" u="none" strike="noStrike" dirty="0">
              <a:solidFill>
                <a:srgbClr val="A8B9FF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arling">
  <a:themeElements>
    <a:clrScheme name="Starling">
      <a:dk1>
        <a:srgbClr val="1B1B1B"/>
      </a:dk1>
      <a:lt1>
        <a:srgbClr val="FFFFFF"/>
      </a:lt1>
      <a:dk2>
        <a:srgbClr val="1F2A44"/>
      </a:dk2>
      <a:lt2>
        <a:srgbClr val="E8EBF0"/>
      </a:lt2>
      <a:accent1>
        <a:srgbClr val="2B6CB0"/>
      </a:accent1>
      <a:accent2>
        <a:srgbClr val="DD6B20"/>
      </a:accent2>
      <a:accent3>
        <a:srgbClr val="718096"/>
      </a:accent3>
      <a:accent4>
        <a:srgbClr val="D69E2E"/>
      </a:accent4>
      <a:accent5>
        <a:srgbClr val="319795"/>
      </a:accent5>
      <a:accent6>
        <a:srgbClr val="38A169"/>
      </a:accent6>
      <a:hlink>
        <a:srgbClr val="0563C1"/>
      </a:hlink>
      <a:folHlink>
        <a:srgbClr val="954F72"/>
      </a:folHlink>
    </a:clrScheme>
    <a:fontScheme name="Starling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tarli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Starling Slides</Application>
  <Slides>4</Slides>
  <PresentationFormat>On-screen Show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2026-10-01T09:26:20Z</dcterms:created>
  <dcterms:modified xsi:type="dcterms:W3CDTF">2026-10-01T09:26:20Z</dcterms:modified>
</cp:coreProperties>
</file>